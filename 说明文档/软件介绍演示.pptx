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3366"/>
                </a:solidFill>
              </a:rPr>
              <a:t>浏览器本地资源管理插件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本地资源高效管理专家</a:t>
            </a:r>
          </a:p>
          <a:p>
            <a:r>
              <a:t>QC 攻关小组 | 2026年1月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项目背景与痛点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浏览器与本地文件系统交互困难</a:t>
            </a:r>
          </a:p>
          <a:p>
            <a:pPr/>
            <a:r>
              <a:t>传统文件查找方式繁琐，效率低下</a:t>
            </a:r>
          </a:p>
          <a:p>
            <a:pPr/>
            <a:r>
              <a:t>缺乏统一、美观的资源管理界面</a:t>
            </a:r>
          </a:p>
          <a:p>
            <a:pPr/>
            <a:r>
              <a:t>无法直接在浏览器中预览和管理本地文件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解决方案：所见即所得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前端界面 (Extension)：基于 Chrome 扩展，接管新标签页，提供现代化 UI</a:t>
            </a:r>
          </a:p>
          <a:p>
            <a:pPr/>
            <a:r>
              <a:t>后台服务 (Server)：轻量级 Node.js 服务，负责文件安全读写</a:t>
            </a:r>
          </a:p>
          <a:p>
            <a:pPr/>
            <a:r>
              <a:t>核心优势：绿色免安装、操作直观、功能强大、安全可靠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核心功能：可视化文件管理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全功能操作：新建、复制、粘贴、重命名、删除（回收站/永久）</a:t>
            </a:r>
          </a:p>
          <a:p>
            <a:pPr/>
            <a:r>
              <a:t>视图切换：支持网格视图和列表视图，适应不同浏览习惯</a:t>
            </a:r>
          </a:p>
          <a:p>
            <a:pPr/>
            <a:r>
              <a:t>便捷交互：支持鼠标右键菜单、快捷键 (Ctrl+C/V)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核心功能：高效检索与导航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实时搜索：顶部搜索栏毫秒级响应，快速定位目标文件</a:t>
            </a:r>
          </a:p>
          <a:p>
            <a:pPr/>
            <a:r>
              <a:t>历史记录：自动记录搜索历史，常用文件一键直达</a:t>
            </a:r>
          </a:p>
          <a:p>
            <a:pPr/>
            <a:r>
              <a:t>面包屑导航：清晰的路径展示，支持快速跳转至上级目录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核心功能：个性化体验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智能颜色标记：一级文件夹颜色定制，子文件夹自动继承，视觉分层更清晰</a:t>
            </a:r>
          </a:p>
          <a:p>
            <a:pPr/>
            <a:r>
              <a:t>壁纸管理：支持自定义上传背景壁纸，打造专属工作台</a:t>
            </a:r>
          </a:p>
          <a:p>
            <a:pPr/>
            <a:r>
              <a:t>界面定制：支持标题栏隐藏/显示，设置独立记忆，满足不同场景需求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技术架构与安全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架构：React + Vite (前端) | Node.js + Express (后端)</a:t>
            </a:r>
          </a:p>
          <a:p>
            <a:pPr/>
            <a:r>
              <a:t>安全：数据纯本地处理，绝不上传云端；权限最小化设计</a:t>
            </a:r>
          </a:p>
          <a:p>
            <a:pPr/>
            <a:r>
              <a:t>兼容性：支持 Windows 7/10/11，适配 Chrome/Edge 等主流浏览器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极简部署，开箱即用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绿色版设计：无需复杂的安装向导，解压即用</a:t>
            </a:r>
          </a:p>
          <a:p>
            <a:pPr/>
            <a:r>
              <a:t>环境自适应：内置环境检测脚本，自动安装 Node.js（支持离线）</a:t>
            </a:r>
          </a:p>
          <a:p>
            <a:pPr/>
            <a:r>
              <a:t>一键启动：双击 start-background.bat 即可完成环境配置与服务启动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3366"/>
                </a:solidFill>
              </a:rPr>
              <a:t>感谢观看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QC 攻关小组 - 浏览器资源管理项目组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